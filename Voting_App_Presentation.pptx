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Voting App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Bugs &amp; Fixes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Supabase + Vite | Tech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React 19 + Vite 7 (SPA)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Styling: Plain CSS with responsive breakpoints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Backend: Supabase (Auth + PostgreSQL)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Libraries: @supabase/supabase-js, TailwindCSS (unused config)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PWA: vite-plugin-pwa for offline support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Tree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(state: currentPage, auth)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74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Layout → Navbar, Footer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Landing (public entry)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SignIn / SignUp (auth forms)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Home (dashboard with features)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Vote (create/list/vote on polls)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 Results (friends list + poll stats)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 Profile (user stats from Supabase)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Bugs Found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Empty Supabase Client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supabase.js was blank — app couldn't connect to backend at all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Profile Used localStorage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stats read localStorage, but Vote writes to Supabase — stats always showed zero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No Username Propagation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 collected username but never passed it to Supabase user_metadata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.env Committed to Git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4343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API keys exposed in repository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Bad Filename (space in name)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 index.jsx (leading space) could break on Linux builds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&amp; Security Bugs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delete authorization check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handleDeletePoll had no creator guard — any user could delete any poll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Unused asset files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main.css (empty), react.svg left in codebase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Inline CSS link in index.html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&lt;link href=‘/src/index.css’&gt; — doesn't work in Vite production builds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Applied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supabase.js → initialized with createClient() from env vars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5564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Profile.jsx → replaced localStorage reads with Supabase .count() queries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22576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useAuth.js → register() now passes username as user_metadata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889504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Home.jsx / Profile.jsx → use user_metadata?.username fallback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456432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Delete poll → added created_by authorization check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.gitignore → added .env; index.html → removed static CSS link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59028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Renamed  index.jsx → index.jsx (removed leading space)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User → SignUp/SignIn → Supabase Auth → session returned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Session → useAuth hook → user + isAuthenticated state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Vote creation → INSERT polls + poll_options tables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Casting vote → INSERT votes + INSERT earnings (+1 token)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Profile → COUNT polls WHERE created_by = uid + COUNT votes WHERE user_id = uid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Results → SELECT earnings SUM + polls by friend email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Voting App - Architecture &amp; Bug Fix Presentation</dc:title>
  <dc:subject>PptxGenJS Presentation</dc:subject>
  <dc:creator>Senior Developer</dc:creator>
  <cp:lastModifiedBy>Senior Developer</cp:lastModifiedBy>
  <cp:revision>1</cp:revision>
  <dcterms:created xsi:type="dcterms:W3CDTF">2026-07-21T15:29:33Z</dcterms:created>
  <dcterms:modified xsi:type="dcterms:W3CDTF">2026-07-21T15:29:33Z</dcterms:modified>
</cp:coreProperties>
</file>